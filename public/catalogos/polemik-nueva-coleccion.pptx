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image" Target="../media/image-3-9.jpg"/><Relationship Id="rId10" Type="http://schemas.openxmlformats.org/officeDocument/2006/relationships/image" Target="../media/image-3-10.jpg"/><Relationship Id="rId11" Type="http://schemas.openxmlformats.org/officeDocument/2006/relationships/image" Target="../media/image-3-11.jpg"/><Relationship Id="rId12" Type="http://schemas.openxmlformats.org/officeDocument/2006/relationships/image" Target="../media/image-3-12.jpg"/><Relationship Id="rId13" Type="http://schemas.openxmlformats.org/officeDocument/2006/relationships/image" Target="../media/image-3-13.jpg"/><Relationship Id="rId14" Type="http://schemas.openxmlformats.org/officeDocument/2006/relationships/image" Target="../media/image-3-14.jpg"/><Relationship Id="rId15" Type="http://schemas.openxmlformats.org/officeDocument/2006/relationships/image" Target="../media/image-3-15.jpg"/><Relationship Id="rId16" Type="http://schemas.openxmlformats.org/officeDocument/2006/relationships/image" Target="../media/image-3-16.jpg"/><Relationship Id="rId17" Type="http://schemas.openxmlformats.org/officeDocument/2006/relationships/image" Target="../media/image-3-17.jpg"/><Relationship Id="rId18" Type="http://schemas.openxmlformats.org/officeDocument/2006/relationships/image" Target="../media/image-3-18.jpg"/><Relationship Id="rId19" Type="http://schemas.openxmlformats.org/officeDocument/2006/relationships/image" Target="../media/image-3-19.jpg"/><Relationship Id="rId20" Type="http://schemas.openxmlformats.org/officeDocument/2006/relationships/image" Target="../media/image-3-20.jpg"/><Relationship Id="rId21" Type="http://schemas.openxmlformats.org/officeDocument/2006/relationships/image" Target="../media/image-3-21.jp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image" Target="../media/image-35-5.jpg"/><Relationship Id="rId6" Type="http://schemas.openxmlformats.org/officeDocument/2006/relationships/image" Target="../media/image-35-6.jpg"/><Relationship Id="rId7" Type="http://schemas.openxmlformats.org/officeDocument/2006/relationships/image" Target="../media/image-35-7.jpg"/><Relationship Id="rId8" Type="http://schemas.openxmlformats.org/officeDocument/2006/relationships/image" Target="../media/image-35-8.jpg"/><Relationship Id="rId9" Type="http://schemas.openxmlformats.org/officeDocument/2006/relationships/image" Target="../media/image-35-9.jpg"/><Relationship Id="rId10" Type="http://schemas.openxmlformats.org/officeDocument/2006/relationships/image" Target="../media/image-35-10.jpg"/><Relationship Id="rId11" Type="http://schemas.openxmlformats.org/officeDocument/2006/relationships/image" Target="../media/image-35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image" Target="../media/image-48-3.jpg"/><Relationship Id="rId4" Type="http://schemas.openxmlformats.org/officeDocument/2006/relationships/image" Target="../media/image-4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anbotero/Documents/GitHub/Colbatteries-Astro/public/log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2888" y="1097280"/>
            <a:ext cx="164592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18408" y="2286000"/>
            <a:ext cx="4754880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718408" y="2286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RELOJES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0" y="370332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POLEMIK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   ·   DAMA   ·   UNISEX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COLECCIÓN  —  SIN PRECIOS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4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965960"/>
            <a:ext cx="237744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3" name="Image 0" descr="/Users/juanbotero/Documents/GitHub/Colbatteries-Astro/public/log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2888" y="2194560"/>
            <a:ext cx="1645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MODELOS DISPONIBLES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  —  VISTA GENERAL</a:t>
            </a:r>
            <a:endParaRPr lang="en-US" sz="1800" dirty="0"/>
          </a:p>
        </p:txBody>
      </p:sp>
      <p:pic>
        <p:nvPicPr>
          <p:cNvPr id="4" name="Image 0" descr="/Users/juanbotero/Documents/GitHub/Colbatteries-Astro/public/images/productos/polemik-nueva-coleccion/polemik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1469963" cy="1185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Blanco</a:t>
            </a:r>
            <a:endParaRPr lang="en-US" sz="800" dirty="0"/>
          </a:p>
        </p:txBody>
      </p:sp>
      <p:pic>
        <p:nvPicPr>
          <p:cNvPr id="6" name="Image 1" descr="/Users/juanbotero/Documents/GitHub/Colbatteries-Astro/public/images/productos/polemik-nueva-coleccion/polemik-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1755" y="1554480"/>
            <a:ext cx="1469963" cy="11856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91755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Octagonal Dorado</a:t>
            </a:r>
            <a:endParaRPr lang="en-US" sz="800" dirty="0"/>
          </a:p>
        </p:txBody>
      </p:sp>
      <p:pic>
        <p:nvPicPr>
          <p:cNvPr id="8" name="Image 2" descr="/Users/juanbotero/Documents/GitHub/Colbatteries-Astro/public/images/productos/polemik-nueva-coleccion/polemik-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26311" y="1554480"/>
            <a:ext cx="1469963" cy="11856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2631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Día y Fecha</a:t>
            </a:r>
            <a:endParaRPr lang="en-US" sz="800" dirty="0"/>
          </a:p>
        </p:txBody>
      </p:sp>
      <p:pic>
        <p:nvPicPr>
          <p:cNvPr id="10" name="Image 3" descr="/Users/juanbotero/Documents/GitHub/Colbatteries-Astro/public/images/productos/polemik-nueva-coleccion/polemik-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60866" y="1554480"/>
            <a:ext cx="1469963" cy="11856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360866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Digital Dorado y Negro</a:t>
            </a:r>
            <a:endParaRPr lang="en-US" sz="800" dirty="0"/>
          </a:p>
        </p:txBody>
      </p:sp>
      <p:pic>
        <p:nvPicPr>
          <p:cNvPr id="12" name="Image 4" descr="/Users/juanbotero/Documents/GitHub/Colbatteries-Astro/public/images/productos/polemik-nueva-coleccion/polemik-0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95421" y="1554480"/>
            <a:ext cx="1469963" cy="118567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9542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Negro Bisel Romano</a:t>
            </a:r>
            <a:endParaRPr lang="en-US" sz="800" dirty="0"/>
          </a:p>
        </p:txBody>
      </p:sp>
      <p:pic>
        <p:nvPicPr>
          <p:cNvPr id="14" name="Image 5" descr="/Users/juanbotero/Documents/GitHub/Colbatteries-Astro/public/images/productos/polemik-nueva-coleccion/polemik-0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9977" y="1554480"/>
            <a:ext cx="1469963" cy="118567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629977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Negro</a:t>
            </a:r>
            <a:endParaRPr lang="en-US" sz="800" dirty="0"/>
          </a:p>
        </p:txBody>
      </p:sp>
      <p:pic>
        <p:nvPicPr>
          <p:cNvPr id="16" name="Image 6" descr="/Users/juanbotero/Documents/GitHub/Colbatteries-Astro/public/images/productos/polemik-nueva-coleccion/polemik-07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64532" y="1554480"/>
            <a:ext cx="1469963" cy="118567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264532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Numerales Romanos</a:t>
            </a:r>
            <a:endParaRPr lang="en-US" sz="800" dirty="0"/>
          </a:p>
        </p:txBody>
      </p:sp>
      <p:pic>
        <p:nvPicPr>
          <p:cNvPr id="18" name="Image 7" descr="/Users/juanbotero/Documents/GitHub/Colbatteries-Astro/public/images/productos/polemik-nueva-coleccion/polemik-08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" y="3224784"/>
            <a:ext cx="1469963" cy="118567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57200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Bisel Estriado</a:t>
            </a:r>
            <a:endParaRPr lang="en-US" sz="800" dirty="0"/>
          </a:p>
        </p:txBody>
      </p:sp>
      <p:pic>
        <p:nvPicPr>
          <p:cNvPr id="20" name="Image 8" descr="/Users/juanbotero/Documents/GitHub/Colbatteries-Astro/public/images/productos/polemik-nueva-coleccion/polemik-09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091755" y="3224784"/>
            <a:ext cx="1469963" cy="1185672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2091755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Plateado</a:t>
            </a:r>
            <a:endParaRPr lang="en-US" sz="800" dirty="0"/>
          </a:p>
        </p:txBody>
      </p:sp>
      <p:pic>
        <p:nvPicPr>
          <p:cNvPr id="22" name="Image 9" descr="/Users/juanbotero/Documents/GitHub/Colbatteries-Astro/public/images/productos/polemik-nueva-coleccion/polemik-10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26311" y="3224784"/>
            <a:ext cx="1469963" cy="1185672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3726311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Bicolor Blanco</a:t>
            </a:r>
            <a:endParaRPr lang="en-US" sz="800" dirty="0"/>
          </a:p>
        </p:txBody>
      </p:sp>
      <p:pic>
        <p:nvPicPr>
          <p:cNvPr id="24" name="Image 10" descr="/Users/juanbotero/Documents/GitHub/Colbatteries-Astro/public/images/productos/polemik-nueva-coleccion/polemik-11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60866" y="3224784"/>
            <a:ext cx="1469963" cy="1185672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5360866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Bicolor Negro</a:t>
            </a:r>
            <a:endParaRPr lang="en-US" sz="800" dirty="0"/>
          </a:p>
        </p:txBody>
      </p:sp>
      <p:pic>
        <p:nvPicPr>
          <p:cNvPr id="26" name="Image 11" descr="/Users/juanbotero/Documents/GitHub/Colbatteries-Astro/public/images/productos/polemik-nueva-coleccion/polemik-12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95421" y="3224784"/>
            <a:ext cx="1469963" cy="1185672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6995421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Deportivo Dorado y Negro</a:t>
            </a:r>
            <a:endParaRPr lang="en-US" sz="800" dirty="0"/>
          </a:p>
        </p:txBody>
      </p:sp>
      <p:pic>
        <p:nvPicPr>
          <p:cNvPr id="28" name="Image 12" descr="/Users/juanbotero/Documents/GitHub/Colbatteries-Astro/public/images/productos/polemik-nueva-coleccion/polemik-13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629977" y="3224784"/>
            <a:ext cx="1469963" cy="1185672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8629977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Octagonal Plateado</a:t>
            </a:r>
            <a:endParaRPr lang="en-US" sz="800" dirty="0"/>
          </a:p>
        </p:txBody>
      </p:sp>
      <p:pic>
        <p:nvPicPr>
          <p:cNvPr id="30" name="Image 13" descr="/Users/juanbotero/Documents/GitHub/Colbatteries-Astro/public/images/productos/polemik-nueva-coleccion/polemik-14.jp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264532" y="3224784"/>
            <a:ext cx="1469963" cy="1185672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10264532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 Deportivo Dorado</a:t>
            </a:r>
            <a:endParaRPr lang="en-US" sz="800" dirty="0"/>
          </a:p>
        </p:txBody>
      </p:sp>
      <p:pic>
        <p:nvPicPr>
          <p:cNvPr id="32" name="Image 14" descr="/Users/juanbotero/Documents/GitHub/Colbatteries-Astro/public/images/productos/polemik-nueva-coleccion/polemik-15.jp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57200" y="4895088"/>
            <a:ext cx="1469963" cy="1185672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457200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Bisel Estriado</a:t>
            </a:r>
            <a:endParaRPr lang="en-US" sz="800" dirty="0"/>
          </a:p>
        </p:txBody>
      </p:sp>
      <p:pic>
        <p:nvPicPr>
          <p:cNvPr id="34" name="Image 15" descr="/Users/juanbotero/Documents/GitHub/Colbatteries-Astro/public/images/productos/polemik-nueva-coleccion/polemik-16.jp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091755" y="4895088"/>
            <a:ext cx="1469963" cy="1185672"/>
          </a:xfrm>
          <a:prstGeom prst="rect">
            <a:avLst/>
          </a:prstGeom>
        </p:spPr>
      </p:pic>
      <p:sp>
        <p:nvSpPr>
          <p:cNvPr id="35" name="Text 17"/>
          <p:cNvSpPr txBox="1"/>
          <p:nvPr/>
        </p:nvSpPr>
        <p:spPr>
          <a:xfrm>
            <a:off x="2091755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Tonel Negro y Dorado</a:t>
            </a:r>
            <a:endParaRPr lang="en-US" sz="800" dirty="0"/>
          </a:p>
        </p:txBody>
      </p:sp>
      <p:pic>
        <p:nvPicPr>
          <p:cNvPr id="36" name="Image 16" descr="/Users/juanbotero/Documents/GitHub/Colbatteries-Astro/public/images/productos/polemik-nueva-coleccion/polemik-20.jp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726311" y="4895088"/>
            <a:ext cx="1469963" cy="1185672"/>
          </a:xfrm>
          <a:prstGeom prst="rect">
            <a:avLst/>
          </a:prstGeom>
        </p:spPr>
      </p:pic>
      <p:sp>
        <p:nvSpPr>
          <p:cNvPr id="37" name="Text 18"/>
          <p:cNvSpPr txBox="1"/>
          <p:nvPr/>
        </p:nvSpPr>
        <p:spPr>
          <a:xfrm>
            <a:off x="3726311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Tonel Blanco</a:t>
            </a:r>
            <a:endParaRPr lang="en-US" sz="800" dirty="0"/>
          </a:p>
        </p:txBody>
      </p:sp>
      <p:pic>
        <p:nvPicPr>
          <p:cNvPr id="38" name="Image 17" descr="/Users/juanbotero/Documents/GitHub/Colbatteries-Astro/public/images/productos/polemik-nueva-coleccion/polemik-21.jp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360866" y="4895088"/>
            <a:ext cx="1469963" cy="1185672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5360866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 Deportivo Dorado Rosado</a:t>
            </a:r>
            <a:endParaRPr lang="en-US" sz="800" dirty="0"/>
          </a:p>
        </p:txBody>
      </p:sp>
      <p:pic>
        <p:nvPicPr>
          <p:cNvPr id="40" name="Image 18" descr="/Users/juanbotero/Documents/GitHub/Colbatteries-Astro/public/images/productos/polemik-nueva-coleccion/polemik-24.jp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995421" y="4895088"/>
            <a:ext cx="1469963" cy="1185672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6995421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Deportivo</a:t>
            </a:r>
            <a:endParaRPr lang="en-US" sz="800" dirty="0"/>
          </a:p>
        </p:txBody>
      </p:sp>
      <p:pic>
        <p:nvPicPr>
          <p:cNvPr id="42" name="Image 19" descr="/Users/juanbotero/Documents/GitHub/Colbatteries-Astro/public/images/productos/polemik-nueva-coleccion/polemik-25.jp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629977" y="4895088"/>
            <a:ext cx="1469963" cy="1185672"/>
          </a:xfrm>
          <a:prstGeom prst="rect">
            <a:avLst/>
          </a:prstGeom>
        </p:spPr>
      </p:pic>
      <p:sp>
        <p:nvSpPr>
          <p:cNvPr id="43" name="Text 21"/>
          <p:cNvSpPr txBox="1"/>
          <p:nvPr/>
        </p:nvSpPr>
        <p:spPr>
          <a:xfrm>
            <a:off x="8629977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con Cristales</a:t>
            </a:r>
            <a:endParaRPr lang="en-US" sz="800" dirty="0"/>
          </a:p>
        </p:txBody>
      </p:sp>
      <p:pic>
        <p:nvPicPr>
          <p:cNvPr id="44" name="Image 20" descr="/Users/juanbotero/Documents/GitHub/Colbatteries-Astro/public/images/productos/polemik-nueva-coleccion/polemik-26.jp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264532" y="4895088"/>
            <a:ext cx="1469963" cy="1185672"/>
          </a:xfrm>
          <a:prstGeom prst="rect">
            <a:avLst/>
          </a:prstGeom>
        </p:spPr>
      </p:pic>
      <p:sp>
        <p:nvSpPr>
          <p:cNvPr id="45" name="Text 22"/>
          <p:cNvSpPr txBox="1"/>
          <p:nvPr/>
        </p:nvSpPr>
        <p:spPr>
          <a:xfrm>
            <a:off x="10264532" y="6099048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Negro Textura Horizontal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  —  VISTA GENERAL</a:t>
            </a:r>
            <a:endParaRPr lang="en-US" sz="1800" dirty="0"/>
          </a:p>
        </p:txBody>
      </p:sp>
      <p:pic>
        <p:nvPicPr>
          <p:cNvPr id="4" name="Image 0" descr="/Users/juanbotero/Documents/GitHub/Colbatteries-Astro/public/images/productos/polemik-nueva-coleccion/polemik-2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1469963" cy="1185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Bisel Negro</a:t>
            </a:r>
            <a:endParaRPr lang="en-US" sz="800" dirty="0"/>
          </a:p>
        </p:txBody>
      </p:sp>
      <p:pic>
        <p:nvPicPr>
          <p:cNvPr id="6" name="Image 1" descr="/Users/juanbotero/Documents/GitHub/Colbatteries-Astro/public/images/productos/polemik-nueva-coleccion/polemik-2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1755" y="1554480"/>
            <a:ext cx="1469963" cy="11856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91755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Resistente al Agua</a:t>
            </a:r>
            <a:endParaRPr lang="en-US" sz="800" dirty="0"/>
          </a:p>
        </p:txBody>
      </p:sp>
      <p:pic>
        <p:nvPicPr>
          <p:cNvPr id="8" name="Image 2" descr="/Users/juanbotero/Documents/GitHub/Colbatteries-Astro/public/images/productos/polemik-nueva-coleccion/polemik-2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26311" y="1554480"/>
            <a:ext cx="1469963" cy="11856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2631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Resistente al Agua</a:t>
            </a:r>
            <a:endParaRPr lang="en-US" sz="800" dirty="0"/>
          </a:p>
        </p:txBody>
      </p:sp>
      <p:pic>
        <p:nvPicPr>
          <p:cNvPr id="10" name="Image 3" descr="/Users/juanbotero/Documents/GitHub/Colbatteries-Astro/public/images/productos/polemik-nueva-coleccion/polemik-3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60866" y="1554480"/>
            <a:ext cx="1469963" cy="11856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360866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Deportivo</a:t>
            </a:r>
            <a:endParaRPr lang="en-US" sz="800" dirty="0"/>
          </a:p>
        </p:txBody>
      </p:sp>
      <p:pic>
        <p:nvPicPr>
          <p:cNvPr id="12" name="Image 4" descr="/Users/juanbotero/Documents/GitHub/Colbatteries-Astro/public/images/productos/polemik-nueva-coleccion/polemik-3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95421" y="1554480"/>
            <a:ext cx="1469963" cy="118567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9542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Azul Bisel Rojo y Azul</a:t>
            </a:r>
            <a:endParaRPr lang="en-US" sz="800" dirty="0"/>
          </a:p>
        </p:txBody>
      </p:sp>
      <p:pic>
        <p:nvPicPr>
          <p:cNvPr id="14" name="Image 5" descr="/Users/juanbotero/Documents/GitHub/Colbatteries-Astro/public/images/productos/polemik-nueva-coleccion/polemik-38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9977" y="1554480"/>
            <a:ext cx="1469963" cy="118567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629977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Araña</a:t>
            </a:r>
            <a:endParaRPr lang="en-US" sz="800" dirty="0"/>
          </a:p>
        </p:txBody>
      </p:sp>
      <p:pic>
        <p:nvPicPr>
          <p:cNvPr id="16" name="Image 6" descr="/Users/juanbotero/Documents/GitHub/Colbatteries-Astro/public/images/productos/polemik-nueva-coleccion/polemik-39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64532" y="1554480"/>
            <a:ext cx="1469963" cy="118567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264532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Flor</a:t>
            </a:r>
            <a:endParaRPr lang="en-US" sz="800" dirty="0"/>
          </a:p>
        </p:txBody>
      </p:sp>
      <p:pic>
        <p:nvPicPr>
          <p:cNvPr id="18" name="Image 7" descr="/Users/juanbotero/Documents/GitHub/Colbatteries-Astro/public/images/productos/polemik-nueva-coleccion/polemik-41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" y="3224784"/>
            <a:ext cx="1469963" cy="118567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57200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Textura Panal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Blanco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Octagonal Dorado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Día y Fecha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y Fecha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Digital Dorado y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62872" y="1554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262872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y dorado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Silicona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Negro Bisel Romano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 y negro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Numerales Romanos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Bisel Estriado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Taquímetro Plateado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Bicolor Blanco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Bicolor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Deportivo Dorado y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Taquímetro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Octagonal Plateado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 Deportivo Dorado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55548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55548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y negro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715000" y="469087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16168" y="463600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5020056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BAR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Bisel Estriado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Tonel Negro y Dorado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y 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 Tonel Blanco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 Deportivo Dorado Rosado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08392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08392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55548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55548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rosado y negro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Caucho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715000" y="469087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16168" y="463600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5020056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BAR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Deportivo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con Cristales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y Fecha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Negro Textura Horizontal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Bisel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 y negro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Resistente al Agua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715000" y="469087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16168" y="463600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5020056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Resistente al Agua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715000" y="469087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16168" y="463600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5020056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Deportivo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Azul Bisel Rojo y Azul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Araña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 Rin Negro Flor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Especial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Textura Panal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CABALLERO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4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y Fecha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24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965960"/>
            <a:ext cx="237744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3" name="Image 0" descr="/Users/juanbotero/Documents/GitHub/Colbatteries-Astro/public/log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2888" y="2194560"/>
            <a:ext cx="1645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MODELOS DISPONIBLES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  —  VISTA GENERAL</a:t>
            </a:r>
            <a:endParaRPr lang="en-US" sz="1800" dirty="0"/>
          </a:p>
        </p:txBody>
      </p:sp>
      <p:pic>
        <p:nvPicPr>
          <p:cNvPr id="4" name="Image 0" descr="/Users/juanbotero/Documents/GitHub/Colbatteries-Astro/public/images/productos/polemik-nueva-coleccion/polemik-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1469963" cy="1185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con Cristales Dama</a:t>
            </a:r>
            <a:endParaRPr lang="en-US" sz="800" dirty="0"/>
          </a:p>
        </p:txBody>
      </p:sp>
      <p:pic>
        <p:nvPicPr>
          <p:cNvPr id="6" name="Image 1" descr="/Users/juanbotero/Documents/GitHub/Colbatteries-Astro/public/images/productos/polemik-nueva-coleccion/polemik-1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1755" y="1554480"/>
            <a:ext cx="1469963" cy="11856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91755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con Cristales Dama</a:t>
            </a:r>
            <a:endParaRPr lang="en-US" sz="800" dirty="0"/>
          </a:p>
        </p:txBody>
      </p:sp>
      <p:pic>
        <p:nvPicPr>
          <p:cNvPr id="8" name="Image 2" descr="/Users/juanbotero/Documents/GitHub/Colbatteries-Astro/public/images/productos/polemik-nueva-coleccion/polemik-1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26311" y="1554480"/>
            <a:ext cx="1469963" cy="11856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2631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Bicolor con Cristales Dama</a:t>
            </a:r>
            <a:endParaRPr lang="en-US" sz="800" dirty="0"/>
          </a:p>
        </p:txBody>
      </p:sp>
      <p:pic>
        <p:nvPicPr>
          <p:cNvPr id="10" name="Image 3" descr="/Users/juanbotero/Documents/GitHub/Colbatteries-Astro/public/images/productos/polemik-nueva-coleccion/polemik-2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60866" y="1554480"/>
            <a:ext cx="1469963" cy="11856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360866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Dama</a:t>
            </a:r>
            <a:endParaRPr lang="en-US" sz="800" dirty="0"/>
          </a:p>
        </p:txBody>
      </p:sp>
      <p:pic>
        <p:nvPicPr>
          <p:cNvPr id="12" name="Image 4" descr="/Users/juanbotero/Documents/GitHub/Colbatteries-Astro/public/images/productos/polemik-nueva-coleccion/polemik-23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95421" y="1554480"/>
            <a:ext cx="1469963" cy="118567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9542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y Negro Dama</a:t>
            </a:r>
            <a:endParaRPr lang="en-US" sz="800" dirty="0"/>
          </a:p>
        </p:txBody>
      </p:sp>
      <p:pic>
        <p:nvPicPr>
          <p:cNvPr id="14" name="Image 5" descr="/Users/juanbotero/Documents/GitHub/Colbatteries-Astro/public/images/productos/polemik-nueva-coleccion/polemik-30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9977" y="1554480"/>
            <a:ext cx="1469963" cy="118567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629977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Dama Sencillo</a:t>
            </a:r>
            <a:endParaRPr lang="en-US" sz="800" dirty="0"/>
          </a:p>
        </p:txBody>
      </p:sp>
      <p:pic>
        <p:nvPicPr>
          <p:cNvPr id="16" name="Image 6" descr="/Users/juanbotero/Documents/GitHub/Colbatteries-Astro/public/images/productos/polemik-nueva-coleccion/polemik-32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64532" y="1554480"/>
            <a:ext cx="1469963" cy="118567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264532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Elegante Plateado con Cristales Dama</a:t>
            </a:r>
            <a:endParaRPr lang="en-US" sz="800" dirty="0"/>
          </a:p>
        </p:txBody>
      </p:sp>
      <p:pic>
        <p:nvPicPr>
          <p:cNvPr id="18" name="Image 7" descr="/Users/juanbotero/Documents/GitHub/Colbatteries-Astro/public/images/productos/polemik-nueva-coleccion/polemik-33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200" y="3224784"/>
            <a:ext cx="1469963" cy="1185672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457200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Elegante Dorado con Cristales Dama</a:t>
            </a:r>
            <a:endParaRPr lang="en-US" sz="800" dirty="0"/>
          </a:p>
        </p:txBody>
      </p:sp>
      <p:pic>
        <p:nvPicPr>
          <p:cNvPr id="20" name="Image 8" descr="/Users/juanbotero/Documents/GitHub/Colbatteries-Astro/public/images/productos/polemik-nueva-coleccion/polemik-35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091755" y="3224784"/>
            <a:ext cx="1469963" cy="1185672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2091755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Bicolor Día y Fecha Dama</a:t>
            </a:r>
            <a:endParaRPr lang="en-US" sz="800" dirty="0"/>
          </a:p>
        </p:txBody>
      </p:sp>
      <p:pic>
        <p:nvPicPr>
          <p:cNvPr id="22" name="Image 9" descr="/Users/juanbotero/Documents/GitHub/Colbatteries-Astro/public/images/productos/polemik-nueva-coleccion/polemik-36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26311" y="3224784"/>
            <a:ext cx="1469963" cy="1185672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3726311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Dama</a:t>
            </a:r>
            <a:endParaRPr lang="en-US" sz="800" dirty="0"/>
          </a:p>
        </p:txBody>
      </p:sp>
      <p:pic>
        <p:nvPicPr>
          <p:cNvPr id="24" name="Image 10" descr="/Users/juanbotero/Documents/GitHub/Colbatteries-Astro/public/images/productos/polemik-nueva-coleccion/polemik-37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60866" y="3224784"/>
            <a:ext cx="1469963" cy="1185672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5360866" y="4428744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Bicolor Día y Fecha Dama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con Cristales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con Cristales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Bicolor con Cristales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1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 y blanco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 y blanco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y Negro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2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y negro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y negro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Plateado Dama Sencillo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Elegante Plateado con Cristales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Elegante Dorado con Cristales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Bicolor Día y Fecha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y Fecha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 Dorado Bicolor Día y Fecha Dama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3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Clásico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y Fecha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Bicolor dorado y plateado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245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965960"/>
            <a:ext cx="237744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3" name="Image 0" descr="/Users/juanbotero/Documents/GitHub/Colbatteries-Astro/public/log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72888" y="2194560"/>
            <a:ext cx="1645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MODELOS DISPONIBLES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  —  VISTA GENERAL</a:t>
            </a:r>
            <a:endParaRPr lang="en-US" sz="1800" dirty="0"/>
          </a:p>
        </p:txBody>
      </p:sp>
      <p:pic>
        <p:nvPicPr>
          <p:cNvPr id="4" name="Image 0" descr="/Users/juanbotero/Documents/GitHub/Colbatteries-Astro/public/images/productos/polemik-nueva-coleccion/polemik-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1469963" cy="11856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Dual Time Dorado y Negro</a:t>
            </a:r>
            <a:endParaRPr lang="en-US" sz="800" dirty="0"/>
          </a:p>
        </p:txBody>
      </p:sp>
      <p:pic>
        <p:nvPicPr>
          <p:cNvPr id="6" name="Image 1" descr="/Users/juanbotero/Documents/GitHub/Colbatteries-Astro/public/images/productos/polemik-nueva-coleccion/polemik-4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91755" y="1554480"/>
            <a:ext cx="1469963" cy="11856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91755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Dual Time Plateado y Negro</a:t>
            </a:r>
            <a:endParaRPr lang="en-US" sz="800" dirty="0"/>
          </a:p>
        </p:txBody>
      </p:sp>
      <p:pic>
        <p:nvPicPr>
          <p:cNvPr id="8" name="Image 2" descr="/Users/juanbotero/Documents/GitHub/Colbatteries-Astro/public/images/productos/polemik-nueva-coleccion/polemik-4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26311" y="1554480"/>
            <a:ext cx="1469963" cy="118567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26311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Retro Plateado</a:t>
            </a:r>
            <a:endParaRPr lang="en-US" sz="800" dirty="0"/>
          </a:p>
        </p:txBody>
      </p:sp>
      <p:pic>
        <p:nvPicPr>
          <p:cNvPr id="10" name="Image 3" descr="/Users/juanbotero/Documents/GitHub/Colbatteries-Astro/public/images/productos/polemik-nueva-coleccion/polemik-4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60866" y="1554480"/>
            <a:ext cx="1469963" cy="118567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360866" y="2758440"/>
            <a:ext cx="146996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Retro Dorado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Dual Time Dorado y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16568" y="1554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16568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029968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15000" y="20299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08392" y="2029968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08392" y="202996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15000" y="277063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271576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099816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099816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319272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319272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 y negro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715000" y="3968496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16168" y="3913632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715000" y="4297680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861908" y="4297680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4517136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861908" y="4517136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715000" y="5166360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916168" y="5111496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15000" y="5495544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Dual Time Plateado y Negro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4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16568" y="1554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16568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029968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15000" y="202996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Cronógrafo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08392" y="2029968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08392" y="202996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15000" y="2770632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16168" y="2715768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099816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861908" y="3099816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319272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319272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 y negro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715000" y="3968496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16168" y="3913632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715000" y="4297680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861908" y="4297680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715000" y="4517136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861908" y="4517136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715000" y="5166360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916168" y="5111496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RESISTENCIA AL AGUA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15000" y="5495544"/>
            <a:ext cx="60194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Retro Plateado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4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16568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16568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Plateado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solidFill>
            <a:srgbClr val="02459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Retro Dorado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05695" y="66751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5695" y="66751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UNISEX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/Users/juanbotero/Documents/GitHub/Colbatteries-Astro/public/images/productos/polemik-nueva-coleccion/polemik-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42062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155448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55448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69480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16568" y="155448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EEF2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16568" y="15544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295144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16168" y="2240280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861908" y="2624328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61908" y="2843784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715000" y="3493008"/>
            <a:ext cx="10972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16168" y="3438144"/>
            <a:ext cx="581832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861908" y="3822192"/>
            <a:ext cx="28725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inoxidable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861908" y="4041648"/>
            <a:ext cx="28725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Dorado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2026-09-25T20:21:22Z</dcterms:created>
  <dcterms:modified xsi:type="dcterms:W3CDTF">2026-09-25T20:21:22Z</dcterms:modified>
</cp:coreProperties>
</file>